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</p:sldIdLst>
  <p:sldSz cx="7556500" cy="10699750"/>
  <p:notesSz cx="7556500" cy="106997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6922"/>
            <a:ext cx="6428422" cy="22469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24FA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91860"/>
            <a:ext cx="5293995" cy="26749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24FA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24FA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60942"/>
            <a:ext cx="3289839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rgbClr val="124FA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Relationship Id="rId10" Type="http://schemas.openxmlformats.org/officeDocument/2006/relationships/image" Target="../media/image4.png"/><Relationship Id="rId11" Type="http://schemas.openxmlformats.org/officeDocument/2006/relationships/image" Target="../media/image5.pn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488912" y="0"/>
            <a:ext cx="4073937" cy="2332867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304138" y="1"/>
            <a:ext cx="2259159" cy="1266993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-521" y="8570238"/>
            <a:ext cx="5340535" cy="213080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10266590"/>
            <a:ext cx="5338445" cy="430530"/>
          </a:xfrm>
          <a:custGeom>
            <a:avLst/>
            <a:gdLst/>
            <a:ahLst/>
            <a:cxnLst/>
            <a:rect l="l" t="t" r="r" b="b"/>
            <a:pathLst>
              <a:path w="5338445" h="430529">
                <a:moveTo>
                  <a:pt x="0" y="0"/>
                </a:moveTo>
                <a:lnTo>
                  <a:pt x="5337956" y="429983"/>
                </a:lnTo>
                <a:lnTo>
                  <a:pt x="0" y="429983"/>
                </a:lnTo>
                <a:lnTo>
                  <a:pt x="0" y="0"/>
                </a:lnTo>
                <a:close/>
              </a:path>
            </a:pathLst>
          </a:custGeom>
          <a:solidFill>
            <a:srgbClr val="3A6EB9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0" y="7547043"/>
            <a:ext cx="7562850" cy="3149530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50779" y="10216366"/>
            <a:ext cx="3212070" cy="480207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964406" y="832705"/>
            <a:ext cx="449580" cy="459740"/>
          </a:xfrm>
          <a:custGeom>
            <a:avLst/>
            <a:gdLst/>
            <a:ahLst/>
            <a:cxnLst/>
            <a:rect l="l" t="t" r="r" b="b"/>
            <a:pathLst>
              <a:path w="449580" h="459740">
                <a:moveTo>
                  <a:pt x="449351" y="459654"/>
                </a:moveTo>
                <a:lnTo>
                  <a:pt x="0" y="459654"/>
                </a:lnTo>
                <a:lnTo>
                  <a:pt x="0" y="86974"/>
                </a:lnTo>
                <a:lnTo>
                  <a:pt x="170827" y="0"/>
                </a:lnTo>
                <a:lnTo>
                  <a:pt x="233435" y="37837"/>
                </a:lnTo>
                <a:lnTo>
                  <a:pt x="62118" y="125054"/>
                </a:lnTo>
                <a:lnTo>
                  <a:pt x="62118" y="400671"/>
                </a:lnTo>
                <a:lnTo>
                  <a:pt x="449351" y="400671"/>
                </a:lnTo>
                <a:lnTo>
                  <a:pt x="449351" y="459654"/>
                </a:lnTo>
                <a:close/>
              </a:path>
              <a:path w="449580" h="459740">
                <a:moveTo>
                  <a:pt x="449351" y="338553"/>
                </a:moveTo>
                <a:lnTo>
                  <a:pt x="391352" y="338553"/>
                </a:lnTo>
                <a:lnTo>
                  <a:pt x="391352" y="205862"/>
                </a:lnTo>
                <a:lnTo>
                  <a:pt x="199547" y="89934"/>
                </a:lnTo>
                <a:lnTo>
                  <a:pt x="264733" y="56760"/>
                </a:lnTo>
                <a:lnTo>
                  <a:pt x="449351" y="168335"/>
                </a:lnTo>
                <a:lnTo>
                  <a:pt x="449351" y="338553"/>
                </a:lnTo>
                <a:close/>
              </a:path>
            </a:pathLst>
          </a:custGeom>
          <a:solidFill>
            <a:srgbClr val="124FA1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bg object 23"/>
          <p:cNvSpPr/>
          <p:nvPr/>
        </p:nvSpPr>
        <p:spPr>
          <a:xfrm>
            <a:off x="756297" y="415733"/>
            <a:ext cx="501650" cy="876935"/>
          </a:xfrm>
          <a:custGeom>
            <a:avLst/>
            <a:gdLst/>
            <a:ahLst/>
            <a:cxnLst/>
            <a:rect l="l" t="t" r="r" b="b"/>
            <a:pathLst>
              <a:path w="501650" h="876935">
                <a:moveTo>
                  <a:pt x="378929" y="304380"/>
                </a:moveTo>
                <a:lnTo>
                  <a:pt x="253911" y="209651"/>
                </a:lnTo>
                <a:lnTo>
                  <a:pt x="0" y="358749"/>
                </a:lnTo>
                <a:lnTo>
                  <a:pt x="12" y="876630"/>
                </a:lnTo>
                <a:lnTo>
                  <a:pt x="62128" y="876630"/>
                </a:lnTo>
                <a:lnTo>
                  <a:pt x="62128" y="394309"/>
                </a:lnTo>
                <a:lnTo>
                  <a:pt x="208102" y="308597"/>
                </a:lnTo>
                <a:lnTo>
                  <a:pt x="208102" y="484428"/>
                </a:lnTo>
                <a:lnTo>
                  <a:pt x="378929" y="397471"/>
                </a:lnTo>
                <a:lnTo>
                  <a:pt x="378929" y="308597"/>
                </a:lnTo>
                <a:lnTo>
                  <a:pt x="378929" y="304380"/>
                </a:lnTo>
                <a:close/>
              </a:path>
              <a:path w="501650" h="876935">
                <a:moveTo>
                  <a:pt x="501637" y="115481"/>
                </a:moveTo>
                <a:lnTo>
                  <a:pt x="304952" y="0"/>
                </a:lnTo>
                <a:lnTo>
                  <a:pt x="208102" y="73380"/>
                </a:lnTo>
                <a:lnTo>
                  <a:pt x="208102" y="216382"/>
                </a:lnTo>
                <a:lnTo>
                  <a:pt x="255155" y="188772"/>
                </a:lnTo>
                <a:lnTo>
                  <a:pt x="316433" y="235204"/>
                </a:lnTo>
                <a:lnTo>
                  <a:pt x="316433" y="78778"/>
                </a:lnTo>
                <a:lnTo>
                  <a:pt x="439508" y="151041"/>
                </a:lnTo>
                <a:lnTo>
                  <a:pt x="439508" y="433273"/>
                </a:lnTo>
                <a:lnTo>
                  <a:pt x="501637" y="470827"/>
                </a:lnTo>
                <a:lnTo>
                  <a:pt x="501637" y="115481"/>
                </a:lnTo>
                <a:close/>
              </a:path>
            </a:pathLst>
          </a:custGeom>
          <a:solidFill>
            <a:srgbClr val="629EC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662728" y="1755456"/>
            <a:ext cx="4237392" cy="4222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rgbClr val="124FA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60942"/>
            <a:ext cx="6806565" cy="7061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50768"/>
            <a:ext cx="2420112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50768"/>
            <a:ext cx="1739455" cy="5349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25"/>
              <a:t>INTERNSHIP</a:t>
            </a:r>
            <a:r>
              <a:rPr dirty="0" spc="-50"/>
              <a:t> </a:t>
            </a:r>
            <a:r>
              <a:rPr dirty="0" spc="-170"/>
              <a:t>OFFER</a:t>
            </a:r>
            <a:r>
              <a:rPr dirty="0" spc="-45"/>
              <a:t> </a:t>
            </a:r>
            <a:r>
              <a:rPr dirty="0" spc="-125"/>
              <a:t>LETTER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615701" y="569209"/>
            <a:ext cx="2224405" cy="650240"/>
          </a:xfrm>
          <a:prstGeom prst="rect">
            <a:avLst/>
          </a:prstGeom>
        </p:spPr>
        <p:txBody>
          <a:bodyPr wrap="square" lIns="0" tIns="844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65"/>
              </a:spcBef>
            </a:pPr>
            <a:r>
              <a:rPr dirty="0" sz="2300" spc="-10" b="1">
                <a:solidFill>
                  <a:srgbClr val="124FA1"/>
                </a:solidFill>
                <a:latin typeface="Arial"/>
                <a:cs typeface="Arial"/>
              </a:rPr>
              <a:t>TECHNOPHILE</a:t>
            </a:r>
            <a:endParaRPr sz="2300">
              <a:latin typeface="Arial"/>
              <a:cs typeface="Arial"/>
            </a:endParaRPr>
          </a:p>
          <a:p>
            <a:pPr marL="48260">
              <a:lnSpc>
                <a:spcPct val="100000"/>
              </a:lnSpc>
              <a:spcBef>
                <a:spcPts val="270"/>
              </a:spcBef>
            </a:pPr>
            <a:r>
              <a:rPr dirty="0" sz="1100">
                <a:solidFill>
                  <a:srgbClr val="030C17"/>
                </a:solidFill>
                <a:latin typeface="Arial MT"/>
                <a:cs typeface="Arial MT"/>
              </a:rPr>
              <a:t>Empowering</a:t>
            </a:r>
            <a:r>
              <a:rPr dirty="0" sz="1100" spc="55">
                <a:solidFill>
                  <a:srgbClr val="030C17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30C17"/>
                </a:solidFill>
                <a:latin typeface="Arial MT"/>
                <a:cs typeface="Arial MT"/>
              </a:rPr>
              <a:t>Future</a:t>
            </a:r>
            <a:r>
              <a:rPr dirty="0" sz="1100" spc="55">
                <a:solidFill>
                  <a:srgbClr val="030C17"/>
                </a:solidFill>
                <a:latin typeface="Arial MT"/>
                <a:cs typeface="Arial MT"/>
              </a:rPr>
              <a:t> </a:t>
            </a:r>
            <a:r>
              <a:rPr dirty="0" sz="1100">
                <a:solidFill>
                  <a:srgbClr val="030C17"/>
                </a:solidFill>
                <a:latin typeface="Arial MT"/>
                <a:cs typeface="Arial MT"/>
              </a:rPr>
              <a:t>Tech</a:t>
            </a:r>
            <a:r>
              <a:rPr dirty="0" sz="1100" spc="55">
                <a:solidFill>
                  <a:srgbClr val="030C17"/>
                </a:solidFill>
                <a:latin typeface="Arial MT"/>
                <a:cs typeface="Arial MT"/>
              </a:rPr>
              <a:t> </a:t>
            </a:r>
            <a:r>
              <a:rPr dirty="0" sz="1100" spc="-10">
                <a:solidFill>
                  <a:srgbClr val="030C17"/>
                </a:solidFill>
                <a:latin typeface="Arial MT"/>
                <a:cs typeface="Arial MT"/>
              </a:rPr>
              <a:t>Leaders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756284" y="1545440"/>
            <a:ext cx="6050280" cy="59690"/>
            <a:chOff x="756284" y="1545440"/>
            <a:chExt cx="6050280" cy="59690"/>
          </a:xfrm>
        </p:grpSpPr>
        <p:sp>
          <p:nvSpPr>
            <p:cNvPr id="5" name="object 5" descr=""/>
            <p:cNvSpPr/>
            <p:nvPr/>
          </p:nvSpPr>
          <p:spPr>
            <a:xfrm>
              <a:off x="756284" y="1559733"/>
              <a:ext cx="6050280" cy="0"/>
            </a:xfrm>
            <a:custGeom>
              <a:avLst/>
              <a:gdLst/>
              <a:ahLst/>
              <a:cxnLst/>
              <a:rect l="l" t="t" r="r" b="b"/>
              <a:pathLst>
                <a:path w="6050280" h="0">
                  <a:moveTo>
                    <a:pt x="0" y="0"/>
                  </a:moveTo>
                  <a:lnTo>
                    <a:pt x="6050279" y="0"/>
                  </a:lnTo>
                </a:path>
              </a:pathLst>
            </a:custGeom>
            <a:ln w="28585">
              <a:solidFill>
                <a:srgbClr val="124FA1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756284" y="1600090"/>
              <a:ext cx="6050280" cy="0"/>
            </a:xfrm>
            <a:custGeom>
              <a:avLst/>
              <a:gdLst/>
              <a:ahLst/>
              <a:cxnLst/>
              <a:rect l="l" t="t" r="r" b="b"/>
              <a:pathLst>
                <a:path w="6050280" h="0">
                  <a:moveTo>
                    <a:pt x="0" y="0"/>
                  </a:moveTo>
                  <a:lnTo>
                    <a:pt x="6050279" y="0"/>
                  </a:lnTo>
                </a:path>
              </a:pathLst>
            </a:custGeom>
            <a:ln w="9528">
              <a:solidFill>
                <a:srgbClr val="629EC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7" name="object 7" descr=""/>
          <p:cNvGrpSpPr/>
          <p:nvPr/>
        </p:nvGrpSpPr>
        <p:grpSpPr>
          <a:xfrm>
            <a:off x="3002721" y="3822810"/>
            <a:ext cx="1553210" cy="2068195"/>
            <a:chOff x="3002721" y="3822810"/>
            <a:chExt cx="1553210" cy="2068195"/>
          </a:xfrm>
        </p:grpSpPr>
        <p:sp>
          <p:nvSpPr>
            <p:cNvPr id="8" name="object 8" descr=""/>
            <p:cNvSpPr/>
            <p:nvPr/>
          </p:nvSpPr>
          <p:spPr>
            <a:xfrm>
              <a:off x="3492567" y="4804385"/>
              <a:ext cx="1063625" cy="1086485"/>
            </a:xfrm>
            <a:custGeom>
              <a:avLst/>
              <a:gdLst/>
              <a:ahLst/>
              <a:cxnLst/>
              <a:rect l="l" t="t" r="r" b="b"/>
              <a:pathLst>
                <a:path w="1063625" h="1086485">
                  <a:moveTo>
                    <a:pt x="1063184" y="1086128"/>
                  </a:moveTo>
                  <a:lnTo>
                    <a:pt x="0" y="1086128"/>
                  </a:lnTo>
                  <a:lnTo>
                    <a:pt x="0" y="204740"/>
                  </a:lnTo>
                  <a:lnTo>
                    <a:pt x="402135" y="0"/>
                  </a:lnTo>
                  <a:lnTo>
                    <a:pt x="549515" y="89071"/>
                  </a:lnTo>
                  <a:lnTo>
                    <a:pt x="146229" y="294383"/>
                  </a:lnTo>
                  <a:lnTo>
                    <a:pt x="146229" y="943195"/>
                  </a:lnTo>
                  <a:lnTo>
                    <a:pt x="1063184" y="943195"/>
                  </a:lnTo>
                  <a:lnTo>
                    <a:pt x="1063184" y="1086128"/>
                  </a:lnTo>
                  <a:close/>
                </a:path>
                <a:path w="1063625" h="1086485">
                  <a:moveTo>
                    <a:pt x="1063184" y="796966"/>
                  </a:moveTo>
                  <a:lnTo>
                    <a:pt x="921257" y="796966"/>
                  </a:lnTo>
                  <a:lnTo>
                    <a:pt x="921257" y="484607"/>
                  </a:lnTo>
                  <a:lnTo>
                    <a:pt x="469742" y="211708"/>
                  </a:lnTo>
                  <a:lnTo>
                    <a:pt x="623191" y="133617"/>
                  </a:lnTo>
                  <a:lnTo>
                    <a:pt x="1063184" y="399528"/>
                  </a:lnTo>
                  <a:lnTo>
                    <a:pt x="1063184" y="796966"/>
                  </a:lnTo>
                  <a:close/>
                </a:path>
              </a:pathLst>
            </a:custGeom>
            <a:solidFill>
              <a:srgbClr val="124FA1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3002711" y="3822813"/>
              <a:ext cx="1181100" cy="2068195"/>
            </a:xfrm>
            <a:custGeom>
              <a:avLst/>
              <a:gdLst/>
              <a:ahLst/>
              <a:cxnLst/>
              <a:rect l="l" t="t" r="r" b="b"/>
              <a:pathLst>
                <a:path w="1181100" h="2068195">
                  <a:moveTo>
                    <a:pt x="891984" y="716521"/>
                  </a:moveTo>
                  <a:lnTo>
                    <a:pt x="597700" y="493534"/>
                  </a:lnTo>
                  <a:lnTo>
                    <a:pt x="0" y="844499"/>
                  </a:lnTo>
                  <a:lnTo>
                    <a:pt x="0" y="2067712"/>
                  </a:lnTo>
                  <a:lnTo>
                    <a:pt x="146227" y="2067712"/>
                  </a:lnTo>
                  <a:lnTo>
                    <a:pt x="146227" y="928217"/>
                  </a:lnTo>
                  <a:lnTo>
                    <a:pt x="489851" y="726427"/>
                  </a:lnTo>
                  <a:lnTo>
                    <a:pt x="489851" y="1140345"/>
                  </a:lnTo>
                  <a:lnTo>
                    <a:pt x="891984" y="935659"/>
                  </a:lnTo>
                  <a:lnTo>
                    <a:pt x="891984" y="716521"/>
                  </a:lnTo>
                  <a:close/>
                </a:path>
                <a:path w="1181100" h="2068195">
                  <a:moveTo>
                    <a:pt x="1180833" y="271856"/>
                  </a:moveTo>
                  <a:lnTo>
                    <a:pt x="717829" y="0"/>
                  </a:lnTo>
                  <a:lnTo>
                    <a:pt x="489851" y="172732"/>
                  </a:lnTo>
                  <a:lnTo>
                    <a:pt x="489851" y="509384"/>
                  </a:lnTo>
                  <a:lnTo>
                    <a:pt x="600608" y="444373"/>
                  </a:lnTo>
                  <a:lnTo>
                    <a:pt x="744855" y="553681"/>
                  </a:lnTo>
                  <a:lnTo>
                    <a:pt x="744855" y="185432"/>
                  </a:lnTo>
                  <a:lnTo>
                    <a:pt x="1034605" y="355549"/>
                  </a:lnTo>
                  <a:lnTo>
                    <a:pt x="1034605" y="1019937"/>
                  </a:lnTo>
                  <a:lnTo>
                    <a:pt x="1180833" y="1108329"/>
                  </a:lnTo>
                  <a:lnTo>
                    <a:pt x="1180833" y="271856"/>
                  </a:lnTo>
                  <a:close/>
                </a:path>
              </a:pathLst>
            </a:custGeom>
            <a:solidFill>
              <a:srgbClr val="629ECF">
                <a:alpha val="21998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Prince Tiwari</dc:creator>
  <cp:keywords>DAG2wrsZpUE,BAGZggHDwcY,0</cp:keywords>
  <dc:title>offerLetterTemplate</dc:title>
  <dcterms:created xsi:type="dcterms:W3CDTF">2025-10-26T04:28:41Z</dcterms:created>
  <dcterms:modified xsi:type="dcterms:W3CDTF">2025-10-26T04:28:41Z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2025-10-25T00:00:00Z</vt:filetime>
  </property>
  <property fmtid="{D5CDD505-2E9C-101B-9397-08002B2CF9AE}" pid="3" name="Creator">
    <vt:lpwstr>Canva</vt:lpwstr>
  </property>
  <property fmtid="{D5CDD505-2E9C-101B-9397-08002B2CF9AE}" pid="4" name="LastSaved">
    <vt:filetime>2025-10-26T00:00:00Z</vt:filetime>
  </property>
  <property fmtid="{D5CDD505-2E9C-101B-9397-08002B2CF9AE}" pid="5" name="Producer">
    <vt:lpwstr>Canva</vt:lpwstr>
  </property>
</Properties>
</file>